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68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(overview, objective, approach, limitations)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(problem context, target use, objective)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(technical structure, scoring logic in frontend, examples of variables)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(employee search, risk score, explanations, recommendations, analytics page)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(limitations, responsible AI and next steps)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README: https://github.com/LouisPir/HackAI (next steps)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A6E"/>
          </a:solidFill>
          <a:ln w="12700">
            <a:solidFill>
              <a:srgbClr val="0B3A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A6E"/>
          </a:solidFill>
          <a:ln w="12700">
            <a:solidFill>
              <a:srgbClr val="0B3A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</a:rPr>
              <a:t>HackAI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Explainable AI for HR retention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</a:rPr>
              <a:t>A decision-support prototype to identify attrition risk, explain key drivers, and suggest preventive actions.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78543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Oral defense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0547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7324D"/>
                </a:solidFill>
              </a:rPr>
              <a:t>Hackathon with Capgemini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ESILV A4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86600" y="1388402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60920" y="170844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6E"/>
                </a:solidFill>
              </a:rPr>
              <a:t>Talk 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046770"/>
            <a:ext cx="34747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Problem &amp; HR pain point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Approach &amp; explainable scoring logic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Live demo of the website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Trusted AI safeguards, limits, roadmap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3716850"/>
            <a:ext cx="3246120" cy="77724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0" y="3952461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6E"/>
                </a:solidFill>
              </a:rPr>
              <a:t>Positioning: AI assists HR; it does not replace HR decisions.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F7D359A-4F9B-EF6E-AADE-E539A76DBCA7}"/>
              </a:ext>
            </a:extLst>
          </p:cNvPr>
          <p:cNvSpPr/>
          <p:nvPr/>
        </p:nvSpPr>
        <p:spPr>
          <a:xfrm>
            <a:off x="208695" y="6080760"/>
            <a:ext cx="5887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7324D"/>
                </a:solidFill>
              </a:rPr>
              <a:t>Team members : MEGHAGHI, DEVARAJ, PIROT, KOCH and HASSON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9401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1. Problem, target user, and value proposition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10310"/>
            <a:ext cx="3611880" cy="3001653"/>
          </a:xfrm>
          <a:prstGeom prst="roundRect">
            <a:avLst>
              <a:gd name="adj" fmla="val 2025"/>
            </a:avLst>
          </a:prstGeom>
          <a:solidFill>
            <a:srgbClr val="FDECEC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710310"/>
            <a:ext cx="73152" cy="300165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7645" y="1859408"/>
            <a:ext cx="2651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Problem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7385" y="2244576"/>
            <a:ext cx="3144213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Turnover is costly and disruptive for teams.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HR often reacts too late to weak signals.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Raw HR tables do not clearly show who needs attention first.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3400" y="1710310"/>
            <a:ext cx="3611880" cy="3001653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343400" y="1710310"/>
            <a:ext cx="73152" cy="300165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40965" y="1859408"/>
            <a:ext cx="2651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A6E"/>
                </a:solidFill>
              </a:rPr>
              <a:t>Target user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0705" y="2244576"/>
            <a:ext cx="3144213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HR manager or HRBP.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Needs fast prioritization, not a black-box model.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Needs actionable explanations for each employee.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46720" y="1710310"/>
            <a:ext cx="3520440" cy="3001653"/>
          </a:xfrm>
          <a:prstGeom prst="roundRect">
            <a:avLst>
              <a:gd name="adj" fmla="val 2078"/>
            </a:avLst>
          </a:prstGeom>
          <a:solidFill>
            <a:srgbClr val="EAF8E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046720" y="1710310"/>
            <a:ext cx="73152" cy="300165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44285" y="1859408"/>
            <a:ext cx="2579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A6E"/>
                </a:solidFill>
              </a:rPr>
              <a:t>Our answer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4025" y="2244576"/>
            <a:ext cx="305854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A local web app that scores attrition risk.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Per-employee explanations + recommendations.</a:t>
            </a:r>
            <a:endParaRPr lang="en-US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Portfolio and analytics views for proactive retention.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5274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2. Reasoning and solution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0120" y="16459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2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51560" y="18196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6E"/>
                </a:solidFill>
              </a:rPr>
              <a:t>HR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764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93592" y="16459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FF4E5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85032" y="18196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6E"/>
                </a:solidFill>
              </a:rPr>
              <a:t>Feature preparation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50992" y="1764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27064" y="16459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18504" y="18196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6E"/>
                </a:solidFill>
              </a:rPr>
              <a:t>Rule-based 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84464" y="1764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60536" y="16459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8E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951976" y="18196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6E"/>
                </a:solidFill>
              </a:rPr>
              <a:t>Explanation + recommendation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74320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2960" y="2743200"/>
            <a:ext cx="73152" cy="242316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05840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A6E"/>
                </a:solidFill>
              </a:rPr>
              <a:t>Why this approach?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71531" y="3228016"/>
            <a:ext cx="2530089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Simple enough for HR users to understand.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Fast to demo and iterate in a hackathon.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Aligned with explainability by design.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274320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480560" y="2743200"/>
            <a:ext cx="73152" cy="2423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63440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A6E"/>
                </a:solidFill>
              </a:rPr>
              <a:t>Main inputs used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29131" y="3228016"/>
            <a:ext cx="2530089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Examples: salary, absences, satisfaction, performance, engagement.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Signals are converted into an interpretable risk score.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160" y="274320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138160" y="2743200"/>
            <a:ext cx="73152" cy="2423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321040" y="28895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A6E"/>
                </a:solidFill>
              </a:rPr>
              <a:t>What the HR sees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86731" y="3228016"/>
            <a:ext cx="245271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A percentage of departure risk.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Key drivers behind the score.</a:t>
            </a:r>
            <a:endParaRPr lang="en-US" sz="16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</a:rPr>
              <a:t>Suggested preventive actions.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3. Product demo guide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7B17FE-4FE3-A5C7-3053-757AE6A0A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705" y="983548"/>
            <a:ext cx="6377246" cy="512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9399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4. Trusted AI: strengths, limits, safeguards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92410"/>
            <a:ext cx="3429000" cy="3106161"/>
          </a:xfrm>
          <a:prstGeom prst="roundRect">
            <a:avLst>
              <a:gd name="adj" fmla="val 2133"/>
            </a:avLst>
          </a:prstGeom>
          <a:solidFill>
            <a:srgbClr val="EAF8E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92410"/>
            <a:ext cx="73152" cy="310616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17039" y="2032022"/>
            <a:ext cx="283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Strengths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8751" y="2491836"/>
            <a:ext cx="2977582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Explainable by construction.</a:t>
            </a:r>
            <a:endParaRPr lang="en-US" dirty="0"/>
          </a:p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Useful for prioritization and discussion.</a:t>
            </a:r>
            <a:endParaRPr lang="en-US" dirty="0"/>
          </a:p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Human validation remains central.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70832" y="1792410"/>
            <a:ext cx="3429000" cy="3106161"/>
          </a:xfrm>
          <a:prstGeom prst="roundRect">
            <a:avLst>
              <a:gd name="adj" fmla="val 2133"/>
            </a:avLst>
          </a:prstGeom>
          <a:solidFill>
            <a:srgbClr val="FDECEC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370832" y="1792410"/>
            <a:ext cx="73152" cy="310616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56351" y="2032022"/>
            <a:ext cx="283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Limits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8063" y="2491836"/>
            <a:ext cx="2977582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The prediction model may return results that are slightly different from reality because the dataset is quite small.</a:t>
            </a:r>
          </a:p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Not suitable for automated HR decisions.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10144" y="1792410"/>
            <a:ext cx="3429000" cy="3106161"/>
          </a:xfrm>
          <a:prstGeom prst="roundRect">
            <a:avLst>
              <a:gd name="adj" fmla="val 2133"/>
            </a:avLst>
          </a:prstGeom>
          <a:solidFill>
            <a:srgbClr val="EAF2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010144" y="1792410"/>
            <a:ext cx="73152" cy="310616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95663" y="2032022"/>
            <a:ext cx="283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Safeguards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7375" y="2491836"/>
            <a:ext cx="2977582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Use as decision support only.</a:t>
            </a:r>
            <a:endParaRPr lang="en-US" dirty="0"/>
          </a:p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Audit data quality, bias, and subgroup effects.</a:t>
            </a:r>
            <a:endParaRPr lang="en-US" dirty="0"/>
          </a:p>
          <a:p>
            <a:pPr marL="177800" indent="-177800" algn="just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17324D"/>
                </a:solidFill>
              </a:rPr>
              <a:t>Control access and document governance.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2077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A6E"/>
                </a:solidFill>
              </a:rPr>
              <a:t>5. Conclusion and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069080" cy="425196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235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Key message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7766" y="2393118"/>
            <a:ext cx="3118291" cy="1662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i="1" dirty="0">
                <a:solidFill>
                  <a:srgbClr val="C00000"/>
                </a:solidFill>
              </a:rPr>
              <a:t>HackAI shows how an explainable prototype can help HR teams move from reactive retention to earlier, more structured action.</a:t>
            </a:r>
            <a:endParaRPr lang="en-US" sz="2000" i="1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44880" y="4937948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2563EB"/>
                </a:solidFill>
              </a:rPr>
              <a:t>Not a final HR decision engine - a transparent and useful starting point.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66360" y="1325880"/>
            <a:ext cx="60807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40679" y="1600199"/>
            <a:ext cx="2994193" cy="3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E"/>
                </a:solidFill>
              </a:rPr>
              <a:t>Next improvements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40680" y="2163767"/>
            <a:ext cx="53492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7324D"/>
                </a:solidFill>
              </a:rPr>
              <a:t>Backend + secure authentication</a:t>
            </a: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7324D"/>
                </a:solidFill>
              </a:rPr>
              <a:t>Model validation and calibration</a:t>
            </a: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7324D"/>
                </a:solidFill>
              </a:rPr>
              <a:t>Fairness audit across employee groups</a:t>
            </a: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7324D"/>
                </a:solidFill>
              </a:rPr>
              <a:t>SHAP/LIME-style explanations if moving to ML</a:t>
            </a: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7324D"/>
                </a:solidFill>
              </a:rPr>
              <a:t>Governance: logging, review workflow, access control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612</Words>
  <Application>Microsoft Office PowerPoint</Application>
  <PresentationFormat>Grand écran</PresentationFormat>
  <Paragraphs>90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HackAI - HR Retention AI</dc:title>
  <dc:subject>HackAI pitch deck</dc:subject>
  <dc:creator>OpenAI</dc:creator>
  <cp:lastModifiedBy>HASSON Martin</cp:lastModifiedBy>
  <cp:revision>3</cp:revision>
  <dcterms:created xsi:type="dcterms:W3CDTF">2026-03-17T13:25:55Z</dcterms:created>
  <dcterms:modified xsi:type="dcterms:W3CDTF">2026-03-17T13:50:46Z</dcterms:modified>
</cp:coreProperties>
</file>